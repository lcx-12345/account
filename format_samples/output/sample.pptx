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zh-CN" sz="4400" dirty="0"/>
              <a:t>SOLO PPTX 示例（Slide 1）</a:t>
            </a:r>
            <a:endParaRPr lang="zh-CN"/>
          </a:p>
          <a:p>
            <a:r>
              <a:rPr lang="zh-CN" sz="2400" dirty="0"/>
              <a:t>这个文件由标准库 zipfile 组装 Office Open XML 结构生成。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3B82F6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1D4ED8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SOLO assistant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SOLO PPTX 示例</dc:title>
  <dc:creator>SOLO assistant</dc:creator>
  <cp:lastModifiedBy>SOLO assistant</cp:lastModifiedBy>
  <dcterms:created xsi:type="dcterms:W3CDTF">2026-06-10T09:48:11+00:00</dcterms:created>
  <dcterms:modified xsi:type="dcterms:W3CDTF">2026-06-10T09:48:11+00:00</dcterms:modified>
</cp:coreProperties>
</file>